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Đây là phần trình bày cách phân tích FNOL bằng 6 nguyên tử ontology, bám theo tài liệu workflow, ontology, rule và 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sửa cách tư duy so với câu hỏi trước: process context khác object nghiệp vụ.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là khung giải thích: Object là gì, properties là gì, link là gì, policy/action/event dùng như thế nào.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rõ Step 1 kết thúc khi FNOL được submit và phát sinh yêu cầu tạo Claim hoặc chuyển sang Intake.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từng object xung quanh FNOL và nhấn rằng Claim chưa nhất thiết được tạo ngay.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Tập trung nói các property quan trọng: requestId để idempotency, correlationId để trace, policyStatus và lossDate cho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FNOL may create Claim là mối quan hệ có điều kiện, sau khi FNOL qua validation/routing.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quyết định FNOL được submit, bị reject, hay chuyển manual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slide này để kể luồng thao tác: người dùng nhập, hệ thống kiểm tra, workflow chuyển bước.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event không nhất thiết insert vào Outbox. Event được suy ra/mapping từ thay đổi trong bảng nghiệp vụ qua CDC.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luận: 6 nguyên tử giúp từ ontology sinh ra đầu vào thiết kế ERD, rule, state và event/CDC.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ngắn gọn: ontology giúp nối nghiệp vụ với ERD, Rule Engine, State Machine và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7620">
            <a:solidFill>
              <a:srgbClr val="D8E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28A"/>
                </a:solidFill>
              </a:rPr>
              <a:t>Claims Management System F88 • Ontology / Object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65196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28A"/>
                </a:solidFill>
              </a:rPr>
              <a:t>Rule-driven • State-machine aware • Direct CDC-ready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B8B"/>
                </a:solidFill>
              </a:rPr>
              <a:t>PHÂN TÍCH ONTOLOGY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3B"/>
                </a:solidFill>
              </a:rPr>
              <a:t>Step 1 - FNOL theo 6 nguyên tử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Object • Properties • Link • Policy • Action • Event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3867912"/>
            <a:ext cx="1554480" cy="585216"/>
          </a:xfrm>
          <a:prstGeom prst="rect">
            <a:avLst/>
          </a:prstGeom>
          <a:solidFill>
            <a:srgbClr val="FFFFFF"/>
          </a:solidFill>
          <a:ln w="15240">
            <a:solidFill>
              <a:srgbClr val="053B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3B8B"/>
                </a:solidFill>
              </a:rPr>
              <a:t>FNOL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21808" y="3026664"/>
            <a:ext cx="1325880" cy="438912"/>
          </a:xfrm>
          <a:prstGeom prst="rect">
            <a:avLst/>
          </a:prstGeom>
          <a:solidFill>
            <a:srgbClr val="053B8B"/>
          </a:solidFill>
          <a:ln>
            <a:solidFill>
              <a:srgbClr val="053B8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Object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242048" y="2523744"/>
            <a:ext cx="1325880" cy="438912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Properties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162288" y="3026664"/>
            <a:ext cx="1325880" cy="438912"/>
          </a:xfrm>
          <a:prstGeom prst="rect">
            <a:avLst/>
          </a:prstGeom>
          <a:solidFill>
            <a:srgbClr val="00A1A7"/>
          </a:solidFill>
          <a:ln>
            <a:solidFill>
              <a:srgbClr val="00A1A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Link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9162288" y="4855464"/>
            <a:ext cx="1325880" cy="438912"/>
          </a:xfrm>
          <a:prstGeom prst="rect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Policy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242048" y="5358384"/>
            <a:ext cx="1325880" cy="438912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Action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321808" y="4855464"/>
            <a:ext cx="1325880" cy="438912"/>
          </a:xfrm>
          <a:prstGeom prst="rect">
            <a:avLst/>
          </a:prstGeom>
          <a:solidFill>
            <a:srgbClr val="5B2ECC"/>
          </a:solidFill>
          <a:ln>
            <a:solidFill>
              <a:srgbClr val="5B2EC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Event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3474720" cy="1234440"/>
          </a:xfrm>
          <a:prstGeom prst="rect">
            <a:avLst/>
          </a:prstGeom>
          <a:solidFill>
            <a:srgbClr val="E8F7E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7A3B"/>
                </a:solidFill>
              </a:rPr>
              <a:t>Thông điệp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Ontology giúp biến dữ liệu FNOL ban đầu thành object có ngữ nghĩa, rule kiểm soát, state transition và event tích hợp.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1. Đặt đúng phạm vi theo tài liệu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Workflow là lifecycle/context; Claim là object trung tâm; FNOL là object đầu tiên.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34290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3B8B"/>
                </a:solidFill>
              </a:rPr>
              <a:t>Nguồn tài liệu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BRD: mục tiêu CMS hiện đại, linh hoạt, scalable.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Workflow v5: 12 module lifecycle, actor, SLA, CDC.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Ontology: Object Type, Property, Relationship, Rule/State/ERD Mapping.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State Machine: trigger, guard, transition, audit.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34840" y="1234440"/>
            <a:ext cx="3246120" cy="4343400"/>
          </a:xfrm>
          <a:prstGeom prst="rect">
            <a:avLst/>
          </a:prstGeom>
          <a:solidFill>
            <a:srgbClr val="E8F7E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7A3B"/>
                </a:solidFill>
              </a:rPr>
              <a:t>Cách hiểu đúng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Workflow / Claim Lifecycle là process context bao quanh vòng đời xử lý.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Claim là object nghiệp vụ trung tâm.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FNOL là object nghiệp vụ đầu tiên, trước khi tạo Claim chính thức.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01000" y="1234440"/>
            <a:ext cx="3520440" cy="4343400"/>
          </a:xfrm>
          <a:prstGeom prst="rect">
            <a:avLst/>
          </a:prstGeom>
          <a:solidFill>
            <a:srgbClr val="FFF4E5"/>
          </a:solidFill>
          <a:ln w="12700">
            <a:solidFill>
              <a:srgbClr val="F47C2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7C20"/>
                </a:solidFill>
              </a:rPr>
              <a:t>Cách nói khi bảo vệ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Không nói: “Quy trình là object core giống Claim.”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Nói: “Quy trình là lifecycle/process context; Step 1 là FNOL; Claim là aggregate root trung tâm.”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Nguồn: BRD, Business Process/Workflow v5, Ontology/Object Analysis, State Machine, Conceptual/Logical ERD.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2. Khung phân tích 6 nguyên tử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Mỗi step trong workflow được đọc thành object, property, link, policy, action và event.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3044952"/>
            <a:ext cx="1554480" cy="585216"/>
          </a:xfrm>
          <a:prstGeom prst="rect">
            <a:avLst/>
          </a:prstGeom>
          <a:solidFill>
            <a:srgbClr val="FFFFFF"/>
          </a:solidFill>
          <a:ln w="15240">
            <a:solidFill>
              <a:srgbClr val="053B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3B8B"/>
                </a:solidFill>
              </a:rPr>
              <a:t>FNOL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46888" y="2203704"/>
            <a:ext cx="1325880" cy="438912"/>
          </a:xfrm>
          <a:prstGeom prst="rect">
            <a:avLst/>
          </a:prstGeom>
          <a:solidFill>
            <a:srgbClr val="053B8B"/>
          </a:solidFill>
          <a:ln>
            <a:solidFill>
              <a:srgbClr val="053B8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Object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2167128" y="1700784"/>
            <a:ext cx="1325880" cy="438912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Properties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4087368" y="2203704"/>
            <a:ext cx="1325880" cy="438912"/>
          </a:xfrm>
          <a:prstGeom prst="rect">
            <a:avLst/>
          </a:prstGeom>
          <a:solidFill>
            <a:srgbClr val="00A1A7"/>
          </a:solidFill>
          <a:ln>
            <a:solidFill>
              <a:srgbClr val="00A1A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Link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087368" y="4032504"/>
            <a:ext cx="1325880" cy="438912"/>
          </a:xfrm>
          <a:prstGeom prst="rect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Policy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2167128" y="4535424"/>
            <a:ext cx="1325880" cy="438912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Action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46888" y="4032504"/>
            <a:ext cx="1325880" cy="438912"/>
          </a:xfrm>
          <a:prstGeom prst="rect">
            <a:avLst/>
          </a:prstGeom>
          <a:solidFill>
            <a:srgbClr val="5B2ECC"/>
          </a:solidFill>
          <a:ln>
            <a:solidFill>
              <a:srgbClr val="5B2EC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Event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623560" y="1234440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53B8B"/>
                </a:solidFill>
              </a:rPr>
              <a:t>Object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Cái tồn tại trong nghiệp vụ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Ví dụ: FNOL, Policy, LossEvent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0" y="1234440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5CAD"/>
                </a:solidFill>
              </a:rPr>
              <a:t>Properties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Thông tin mô tả object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Ví dụ: fnolId, lossDate, channel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23560" y="2624328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A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1A7"/>
                </a:solidFill>
              </a:rPr>
              <a:t>Link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Quan hệ giữa object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Ví dụ: FNOL references Policy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95360" y="2624328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7C20"/>
                </a:solidFill>
              </a:rPr>
              <a:t>Policy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Rule/guard kiểm soát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Ví dụ: Policy phải Active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23560" y="4014216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7A3B"/>
                </a:solidFill>
              </a:rPr>
              <a:t>Action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Hành động tác động object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Ví dụ: Submit FNOL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4014216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C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B2ECC"/>
                </a:solidFill>
              </a:rPr>
              <a:t>Event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Điều đã xảy ra sau action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Ví dụ: fnol.submitted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Ontology/Object Analysis chuẩn hóa Object Type, Property, Relationship, Lifecycle, Rule Dependency và ERD Mapping.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3. FNOL trong 12 module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FNOL là điểm vào của quy trình và tạo ngữ cảnh cho Intake / Create Claim Request.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" cy="68580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1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FNOL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1490472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2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Intake</a:t>
            </a:r>
            <a:endParaRPr lang="en-US" sz="670" dirty="0"/>
          </a:p>
        </p:txBody>
      </p:sp>
      <p:sp>
        <p:nvSpPr>
          <p:cNvPr id="6" name="Text 4"/>
          <p:cNvSpPr/>
          <p:nvPr/>
        </p:nvSpPr>
        <p:spPr>
          <a:xfrm>
            <a:off x="2432304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3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Validation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3374136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4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Coverage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4315968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5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Investigation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5257800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6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Assessment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6199632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7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Reserve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7141464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8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Decision</a:t>
            </a:r>
            <a:endParaRPr lang="en-US" sz="670" dirty="0"/>
          </a:p>
        </p:txBody>
      </p:sp>
      <p:sp>
        <p:nvSpPr>
          <p:cNvPr id="12" name="Text 10"/>
          <p:cNvSpPr/>
          <p:nvPr/>
        </p:nvSpPr>
        <p:spPr>
          <a:xfrm>
            <a:off x="8083296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9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Payment</a:t>
            </a:r>
            <a:endParaRPr lang="en-US" sz="670" dirty="0"/>
          </a:p>
        </p:txBody>
      </p:sp>
      <p:sp>
        <p:nvSpPr>
          <p:cNvPr id="13" name="Text 11"/>
          <p:cNvSpPr/>
          <p:nvPr/>
        </p:nvSpPr>
        <p:spPr>
          <a:xfrm>
            <a:off x="9025128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10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Recovery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9966960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11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Closure</a:t>
            </a:r>
            <a:endParaRPr lang="en-US" sz="670" dirty="0"/>
          </a:p>
        </p:txBody>
      </p:sp>
      <p:sp>
        <p:nvSpPr>
          <p:cNvPr id="15" name="Text 13"/>
          <p:cNvSpPr/>
          <p:nvPr/>
        </p:nvSpPr>
        <p:spPr>
          <a:xfrm>
            <a:off x="10908792" y="1508760"/>
            <a:ext cx="777240" cy="685800"/>
          </a:xfrm>
          <a:prstGeom prst="rect">
            <a:avLst/>
          </a:prstGeom>
          <a:solidFill>
            <a:srgbClr val="EEF4FB"/>
          </a:solidFill>
          <a:ln>
            <a:solidFill>
              <a:srgbClr val="D8E4F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12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1E293B"/>
                </a:solidFill>
              </a:rPr>
              <a:t>Archive</a:t>
            </a:r>
            <a:endParaRPr lang="en-US" sz="67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3337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3B8B"/>
                </a:solidFill>
              </a:rPr>
              <a:t>Trigger bắt đầu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Create FNOL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Submit FNOL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Create Claim Request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Event: fnol.submitted / claim.create.requested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2971800"/>
            <a:ext cx="3337560" cy="2103120"/>
          </a:xfrm>
          <a:prstGeom prst="rect">
            <a:avLst/>
          </a:prstGeom>
          <a:solidFill>
            <a:srgbClr val="E8F7E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7A3B"/>
                </a:solidFill>
              </a:rPr>
              <a:t>Vai trò FNOL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Ghi nhận thông báo tổn thất ban đầu, kiểm tra thông tin tối thiểu và mở context để tạo Claim.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2971800"/>
            <a:ext cx="3337560" cy="2103120"/>
          </a:xfrm>
          <a:prstGeom prst="rect">
            <a:avLst/>
          </a:prstGeom>
          <a:solidFill>
            <a:srgbClr val="F3EFFF"/>
          </a:solidFill>
          <a:ln w="12700">
            <a:solidFill>
              <a:srgbClr val="5B2EC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B2ECC"/>
                </a:solidFill>
              </a:rPr>
              <a:t>Kết thúc Step 1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FNOL submitted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Policy snapshot created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Claim create requested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Workflow chuyển sang Intake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Workflow v5: 12 module lifecycle; State Machine: trigger bắt đầu Create FNOL/Submit FNOL/Create Claim Request.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4. Object / Object Type của Step FNOL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Object trung tâm là FNOL, liên kết với các object nghiệp vụ quanh nó.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57800" y="2560320"/>
            <a:ext cx="1691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A3B"/>
                </a:solidFill>
              </a:rPr>
              <a:t>FNOL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5CAD"/>
                </a:solidFill>
              </a:rPr>
              <a:t>Policy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3063240" y="123444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5CAD"/>
                </a:solidFill>
              </a:rPr>
              <a:t>PolicySnapshot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360920" y="123444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7C20"/>
                </a:solidFill>
              </a:rPr>
              <a:t>Claimant / Reporter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646920" y="141732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7C20"/>
                </a:solidFill>
              </a:rPr>
              <a:t>Insured Party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A1A7"/>
                </a:solidFill>
              </a:rPr>
              <a:t>Loss Event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971800" y="489204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A1A7"/>
                </a:solidFill>
              </a:rPr>
              <a:t>Loss Object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360920" y="489204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B2ECC"/>
                </a:solidFill>
              </a:rPr>
              <a:t>Document / Evidence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646920" y="448056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3B8B"/>
                </a:solidFill>
              </a:rPr>
              <a:t>Claim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10698480" cy="475488"/>
          </a:xfrm>
          <a:prstGeom prst="rect">
            <a:avLst/>
          </a:prstGeom>
          <a:solidFill>
            <a:srgbClr val="E8F7E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7A3B"/>
                </a:solidFill>
              </a:rPr>
              <a:t>Ghi nhớ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FNOL là object đầu vào. Claim có thể được tạo sau khi FNOL hợp lệ và được chuyển sang Intake / Create Claim Request.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Ontology: Object Type nghiệp vụ; Logical ERD: Claim là aggregate root nhưng FNOL là entry object của lifecycle.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5. Properties / Property Type của Step FNOL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Property là dữ liệu đầu vào cho rule, state guard, ERD và traceability.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691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7A3B"/>
                </a:solidFill>
              </a:rPr>
              <a:t>FNOL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fnolId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fnolNumber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submissionDate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channel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claimedAmount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currency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requestId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fnolStatus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2514600" y="1234440"/>
            <a:ext cx="1691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5CAD"/>
                </a:solidFill>
              </a:rPr>
              <a:t>Policy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policyNumber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certificateNumber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productCode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policyStatus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effectiveFrom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effectiveTo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4434840" y="1234440"/>
            <a:ext cx="1691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47C20"/>
                </a:solidFill>
              </a:rPr>
              <a:t>Reporter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fullName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identityNumber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phoneNumber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email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relationshipToInsured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355080" y="1234440"/>
            <a:ext cx="1691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A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0A1A7"/>
                </a:solidFill>
              </a:rPr>
              <a:t>Loss Event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lossDate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lossTime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lossLocation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causeCode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causeDescription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severityLevel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275320" y="1234440"/>
            <a:ext cx="1691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C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5B2ECC"/>
                </a:solidFill>
              </a:rPr>
              <a:t>Document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documentType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fileName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fileUrl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fileHash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ocrStatus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verificationStatus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0195560" y="1234440"/>
            <a:ext cx="1691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53B8B"/>
                </a:solidFill>
              </a:rPr>
              <a:t>Workflow Context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correlationId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commandId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workflowVersion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currentStep</a:t>
            </a:r>
            <a:endParaRPr lang="en-US" sz="10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currentState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Glossary: property/data field dùng cho ERD, rule condition, state guard và data dictionary.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6. Link / Relationship của Step FNOL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Link biến danh sách object rời rạc thành mạng lưới tri thức.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57800" y="2606040"/>
            <a:ext cx="1691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A3B"/>
                </a:solidFill>
              </a:rPr>
              <a:t>FNOL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D"/>
                </a:solidFill>
              </a:rPr>
              <a:t>Policy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063240" y="20116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references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C20"/>
                </a:solidFill>
              </a:rPr>
              <a:t>Claimant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63240" y="34290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reported by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108960" y="498348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C20"/>
                </a:solidFill>
              </a:rPr>
              <a:t>Insured Party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83380" y="379476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relates to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452360" y="498348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1A7"/>
                </a:solidFill>
              </a:rPr>
              <a:t>Loss Event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5080" y="379476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describes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9738360" y="425196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C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ECC"/>
                </a:solidFill>
              </a:rPr>
              <a:t>Document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0" y="34290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has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738360" y="141732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3B8B"/>
                </a:solidFill>
              </a:rPr>
              <a:t>Claim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0" y="20116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may create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108960" y="123444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D"/>
                </a:solidFill>
              </a:rPr>
              <a:t>PolicySnapshot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83380" y="19202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creates / uses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103120" y="5650992"/>
            <a:ext cx="8046720" cy="457200"/>
          </a:xfrm>
          <a:prstGeom prst="rect">
            <a:avLst/>
          </a:prstGeom>
          <a:solidFill>
            <a:srgbClr val="EAF3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3B8B"/>
                </a:solidFill>
              </a:rPr>
              <a:t>Ý nghĩa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Hệ thống biết FNOL thuộc hợp đồng nào, ai khai báo, tổn thất gì, có chứng từ nào và khi nào chuyển thành Claim.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Conceptual ERD &amp; Ontology: relationship/cardinality nền, mapping ontology sang entity/rule/state.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7. Policy / Rule Guard của Step FNOL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Policy ở đây là rule/constraint/guard, không phải Insurance Policy.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880360" cy="4251960"/>
          </a:xfrm>
          <a:prstGeom prst="rect">
            <a:avLst/>
          </a:prstGeom>
          <a:solidFill>
            <a:srgbClr val="FFF4E5"/>
          </a:solidFill>
          <a:ln w="12700">
            <a:solidFill>
              <a:srgbClr val="F47C2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7C20"/>
                </a:solidFill>
              </a:rPr>
              <a:t>Phân biệt nghĩa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Insurance Policy = hợp đồng bảo hiểm, là Object Type.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Ontology Policy = rule/guard kiểm soát Action và Transition.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77640" y="1234440"/>
            <a:ext cx="749808" cy="32004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9204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FNOL phải có dữ liệu tối thiểu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7863840" y="1234440"/>
            <a:ext cx="749808" cy="32004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7824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Policy phải tồn tại / hợp lệ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3977640" y="2221992"/>
            <a:ext cx="749808" cy="32004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92040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Policy status cho phép tạo claim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863840" y="2221992"/>
            <a:ext cx="749808" cy="32004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778240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lossDate không ở tương lai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977640" y="3209544"/>
            <a:ext cx="749808" cy="32004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32552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Claimant khác insured → cần relationship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7863840" y="3209544"/>
            <a:ext cx="749808" cy="32004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78240" y="32552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requestId không được trùng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3977640" y="4197096"/>
            <a:ext cx="749808" cy="32004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2040" y="4242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File/chữ ký/consent hợp lệ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863840" y="4197096"/>
            <a:ext cx="749808" cy="32004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P-08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78240" y="4242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E293B"/>
                </a:solidFill>
              </a:rPr>
              <a:t>Dữ liệu rủi ro cao → manual review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Business Rule Document: rule data-bound, state-aware, configurable/versioned và traceable.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8. Action của Step FNOL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Action là hành động tác động lên object và thường làm thay đổi data/state.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148840" cy="502920"/>
          </a:xfrm>
          <a:prstGeom prst="rect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 / CS / Partner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2971800"/>
            <a:ext cx="2148840" cy="50292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System Services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709160"/>
            <a:ext cx="2148840" cy="50292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Workflow Engine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71800" y="12344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7C20"/>
                </a:solidFill>
              </a:rPr>
              <a:t>Create FNOL Draft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800600" y="12344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7C20"/>
                </a:solidFill>
              </a:rPr>
              <a:t>Enter Policy / Loss Info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949440" y="12344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7C20"/>
                </a:solidFill>
              </a:rPr>
              <a:t>Upload Document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961120" y="12344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7C20"/>
                </a:solidFill>
              </a:rPr>
              <a:t>Submit FNOL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971800" y="29718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5CAD"/>
                </a:solidFill>
              </a:rPr>
              <a:t>Validate Policy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800600" y="29718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5CAD"/>
                </a:solidFill>
              </a:rPr>
              <a:t>Check Idempotency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949440" y="29718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5CAD"/>
                </a:solidFill>
              </a:rPr>
              <a:t>Run Initial Rules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840480" y="470916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7A3B"/>
                </a:solidFill>
              </a:rPr>
              <a:t>Create Snapshot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126480" y="470916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7A3B"/>
                </a:solidFill>
              </a:rPr>
              <a:t>Route to Intake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8549640" y="470916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7A3B"/>
                </a:solidFill>
              </a:rPr>
              <a:t>Create Claim Request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Workflow v5 &amp; State Machine: Create FNOL, Submit FNOL, Create Claim Request; command pattern có Authorization, Idempotency, Rule Engine, State Machine.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9. Event &amp; Direct CDC của Step FNOL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Event ghi nhận điều đã xảy ra; Direct CDC phát event từ thay đổi bảng nghiệp vụ.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fnol.draft_created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4480560" y="118872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policy.reference_validated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8275320" y="118872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loss_event.captured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fnol.document_uploaded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480560" y="1975104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fnol.initial_validation_passed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275320" y="1975104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fnol.duplicate_detected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85800" y="276148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B7A3B"/>
                </a:solidFill>
              </a:rPr>
              <a:t>fnol.submitted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480560" y="276148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policy.snapshot_created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8275320" y="276148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53B8B"/>
                </a:solidFill>
              </a:rPr>
              <a:t>claim.create.requested
</a:t>
            </a:r>
            <a:pPr indent="0" marL="0">
              <a:buNone/>
            </a:pP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1920240" cy="713232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Business 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Change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03320" y="4800600"/>
            <a:ext cx="1920240" cy="713232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CDC Connector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PostgreSQL WAL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1920240" cy="713232"/>
          </a:xfrm>
          <a:prstGeom prst="rect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Event Mapping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281160" y="4800600"/>
            <a:ext cx="1920240" cy="713232"/>
          </a:xfrm>
          <a:prstGeom prst="rect">
            <a:avLst/>
          </a:prstGeom>
          <a:solidFill>
            <a:srgbClr val="5B2ECC"/>
          </a:solidFill>
          <a:ln>
            <a:solidFill>
              <a:srgbClr val="5B2EC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Inbox/DLQ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CDC/Integration Mapping: Direct CDC đọc thay đổi từ bảng nghiệp vụ được cấu hình, không thiết kế outbox_event/outbox_message.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10. Mapping sang ERD / Rule / State /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nguyên tử là cầu nối từ nghiệp vụ sang thiết kế hệ thống.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7A3B"/>
                </a:solidFill>
              </a:rPr>
              <a:t>Ontology
</a:t>
            </a:r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FNOL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Properties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Links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Policy/Action/Event</a:t>
            </a:r>
            <a:endParaRPr lang="en-US" sz="1130" dirty="0"/>
          </a:p>
        </p:txBody>
      </p:sp>
      <p:sp>
        <p:nvSpPr>
          <p:cNvPr id="5" name="Text 3"/>
          <p:cNvSpPr/>
          <p:nvPr/>
        </p:nvSpPr>
        <p:spPr>
          <a:xfrm>
            <a:off x="2926080" y="1417320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5CAD"/>
                </a:solidFill>
              </a:rPr>
              <a:t>ERD
</a:t>
            </a:r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claim.fnol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policy.policy_snapshot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claim.claim_document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audit.state_transition_log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257800" y="1417320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C2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47C20"/>
                </a:solidFill>
              </a:rPr>
              <a:t>Rule Engine
</a:t>
            </a:r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Required data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Policy active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Loss date valid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Idempotency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7589520" y="1417320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C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5B2ECC"/>
                </a:solidFill>
              </a:rPr>
              <a:t>State Machine
</a:t>
            </a:r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FNOL_DRAFT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FNOL_SUBMITTED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CLAIM_CREATE_REQUESTED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INTAKE_RECEIVED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921240" y="1417320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A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0A1A7"/>
                </a:solidFill>
              </a:rPr>
              <a:t>Integration
</a:t>
            </a:r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fnol.submitted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policy.snapshot_created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claim.create.requested</a:t>
            </a:r>
            <a:endParaRPr lang="en-US" sz="11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CDC mapping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48640" y="619963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7A8BA3"/>
                </a:solidFill>
              </a:rPr>
              <a:t>Logical ERD: core/dynamic/config/history/audit/integration; Physical Dynamic: config/dynamic schema, JSONB có kiểm soát, Direct CDC-ready.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B8B"/>
                </a:solidFill>
              </a:rPr>
              <a:t>Kết luận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Thông điệp cần chốt khi thuyết trình phần FNOL Ontology.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4800600" cy="4389120"/>
          </a:xfrm>
          <a:prstGeom prst="rect">
            <a:avLst/>
          </a:prstGeom>
          <a:solidFill>
            <a:srgbClr val="E8F7EF"/>
          </a:solidFill>
          <a:ln w="12700">
            <a:solidFill>
              <a:srgbClr val="0B7A3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7A3B"/>
                </a:solidFill>
              </a:rPr>
              <a:t>Câu chốt chính
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Step FNOL là nơi ontology bắt đầu biến dữ liệu khai báo ban đầu thành object nghiệp vụ có ngữ nghĩa.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FNOL có property, link, policy kiểm soát, action xử lý, event phát sinh và mapping rõ sang ERD / Rule / State / CDC.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89320" y="128016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3B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53B8B"/>
                </a:solidFill>
              </a:rPr>
              <a:t>Nhấn mạnh khi hỏi đáp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• Workflow là lifecycle/context, không phải core object chính.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• Claim là aggregate root trung tâm.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• FNOL là object đầu vào đầu tiên.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• Core data thành cột rõ ràng; dynamic data dùng config/JSONB có kiểm soát.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• Direct CDC không dùng outbox riêng nhưng cần mapping, inbox, DLQ.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172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Ontology Step FNOL theo 6 nguyên tử</dc:title>
  <dc:subject>Ontology Analysis - FNOL 6 Atoms</dc:subject>
  <dc:creator>Nguyễn Ngọc Ánh / Nhóm Đề tài 5</dc:creator>
  <cp:lastModifiedBy>Nguyễn Ngọc Ánh / Nhóm Đề tài 5</cp:lastModifiedBy>
  <cp:revision>1</cp:revision>
  <dcterms:created xsi:type="dcterms:W3CDTF">2026-07-07T06:34:44Z</dcterms:created>
  <dcterms:modified xsi:type="dcterms:W3CDTF">2026-07-07T06:34:44Z</dcterms:modified>
</cp:coreProperties>
</file>